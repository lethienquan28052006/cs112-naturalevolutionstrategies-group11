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GIF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0.GIF"/><Relationship Id="rId1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document_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7365"/>
          </a:xfrm>
          <a:prstGeom prst="rect">
            <a:avLst/>
          </a:prstGeom>
        </p:spPr>
      </p:pic>
      <p:pic>
        <p:nvPicPr>
          <p:cNvPr id="5" name="Picture 4" descr="sig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" y="2291080"/>
            <a:ext cx="8904605" cy="33058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  <p:pic>
        <p:nvPicPr>
          <p:cNvPr id="5" name="Picture 4" descr="demo_optimization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0"/>
            <a:ext cx="9145270" cy="6858635"/>
          </a:xfrm>
          <a:prstGeom prst="rect">
            <a:avLst/>
          </a:prstGeom>
        </p:spPr>
      </p:pic>
      <p:pic>
        <p:nvPicPr>
          <p:cNvPr id="5" name="Picture 4" descr="x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330" y="1044575"/>
            <a:ext cx="6656070" cy="53251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Lê Thiên Quân</cp:lastModifiedBy>
  <cp:revision>3</cp:revision>
  <dcterms:created xsi:type="dcterms:W3CDTF">2025-07-23T00:59:00Z</dcterms:created>
  <dcterms:modified xsi:type="dcterms:W3CDTF">2025-12-28T15:58:49Z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438A1C22CDFB4A35A98BAA4EE5DBB99A_11</vt:lpwstr>
  </property>
  <property fmtid="{D5CDD505-2E9C-101B-9397-08002B2CF9AE}" pid="3" name="KSOProductBuildVer">
    <vt:lpwstr>2057-12.2.0.23158</vt:lpwstr>
  </property>
</Properties>
</file>