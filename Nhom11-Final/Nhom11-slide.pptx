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9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5.GIF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1.GIF"/><Relationship Id="rId1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6.GIF"/><Relationship Id="rId1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document_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914463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" y="0"/>
            <a:ext cx="914209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" y="0"/>
            <a:ext cx="914209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914463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" y="0"/>
            <a:ext cx="9142095" cy="6857365"/>
          </a:xfrm>
          <a:prstGeom prst="rect">
            <a:avLst/>
          </a:prstGeom>
        </p:spPr>
      </p:pic>
      <p:pic>
        <p:nvPicPr>
          <p:cNvPr id="5" name="Picture 4" descr="sig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3780"/>
            <a:ext cx="9144000" cy="339471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" y="0"/>
            <a:ext cx="914209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9144635" cy="6858635"/>
          </a:xfrm>
          <a:prstGeom prst="rect">
            <a:avLst/>
          </a:prstGeom>
        </p:spPr>
      </p:pic>
      <p:pic>
        <p:nvPicPr>
          <p:cNvPr id="5" name="Picture 4" descr="demo_optimization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0880"/>
            <a:ext cx="9144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914463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914463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" y="0"/>
            <a:ext cx="914146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635"/>
          </a:xfrm>
          <a:prstGeom prst="rect">
            <a:avLst/>
          </a:prstGeom>
        </p:spPr>
      </p:pic>
      <p:pic>
        <p:nvPicPr>
          <p:cNvPr id="5" name="Picture 4" descr="comparison_xnes_vs_canonic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" y="799465"/>
            <a:ext cx="8269605" cy="55549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8000"/>
          </a:xfrm>
          <a:prstGeom prst="rect">
            <a:avLst/>
          </a:prstGeom>
        </p:spPr>
      </p:pic>
      <p:pic>
        <p:nvPicPr>
          <p:cNvPr id="5" name="Picture 4" descr="x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330" y="1044575"/>
            <a:ext cx="6656070" cy="532511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document_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14336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Lê Thiên Quân</cp:lastModifiedBy>
  <cp:revision>3</cp:revision>
  <dcterms:created xsi:type="dcterms:W3CDTF">2025-07-23T00:59:00Z</dcterms:created>
  <dcterms:modified xsi:type="dcterms:W3CDTF">2026-01-05T03:44:22Z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F0FE54EC058E47B08CCF37747E425A39_11</vt:lpwstr>
  </property>
  <property fmtid="{D5CDD505-2E9C-101B-9397-08002B2CF9AE}" pid="3" name="KSOProductBuildVer">
    <vt:lpwstr>2057-12.2.0.23158</vt:lpwstr>
  </property>
</Properties>
</file>